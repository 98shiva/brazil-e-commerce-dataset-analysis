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ne Little Font Full" charset="1" panose="00000500000000000000"/>
      <p:regular r:id="rId23"/>
    </p:embeddedFont>
    <p:embeddedFont>
      <p:font typeface="Luckiest Guy" charset="1" panose="02000506000000020004"/>
      <p:regular r:id="rId24"/>
    </p:embeddedFont>
    <p:embeddedFont>
      <p:font typeface="Arial MT Pro Bold" charset="1" panose="020B0802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340056" y="4088965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01229" y="477996"/>
            <a:ext cx="2266431" cy="2266431"/>
          </a:xfrm>
          <a:custGeom>
            <a:avLst/>
            <a:gdLst/>
            <a:ahLst/>
            <a:cxnLst/>
            <a:rect r="r" b="b" t="t" l="l"/>
            <a:pathLst>
              <a:path h="2266431" w="2266431">
                <a:moveTo>
                  <a:pt x="0" y="0"/>
                </a:moveTo>
                <a:lnTo>
                  <a:pt x="2266431" y="0"/>
                </a:lnTo>
                <a:lnTo>
                  <a:pt x="2266431" y="2266431"/>
                </a:lnTo>
                <a:lnTo>
                  <a:pt x="0" y="2266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21342" y="497972"/>
            <a:ext cx="2287501" cy="3590993"/>
          </a:xfrm>
          <a:custGeom>
            <a:avLst/>
            <a:gdLst/>
            <a:ahLst/>
            <a:cxnLst/>
            <a:rect r="r" b="b" t="t" l="l"/>
            <a:pathLst>
              <a:path h="3590993" w="2287501">
                <a:moveTo>
                  <a:pt x="0" y="0"/>
                </a:moveTo>
                <a:lnTo>
                  <a:pt x="2287501" y="0"/>
                </a:lnTo>
                <a:lnTo>
                  <a:pt x="2287501" y="3590993"/>
                </a:lnTo>
                <a:lnTo>
                  <a:pt x="0" y="35909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566068" y="808917"/>
            <a:ext cx="2354280" cy="2767413"/>
          </a:xfrm>
          <a:custGeom>
            <a:avLst/>
            <a:gdLst/>
            <a:ahLst/>
            <a:cxnLst/>
            <a:rect r="r" b="b" t="t" l="l"/>
            <a:pathLst>
              <a:path h="2767413" w="2354280">
                <a:moveTo>
                  <a:pt x="0" y="0"/>
                </a:moveTo>
                <a:lnTo>
                  <a:pt x="2354279" y="0"/>
                </a:lnTo>
                <a:lnTo>
                  <a:pt x="2354279" y="2767413"/>
                </a:lnTo>
                <a:lnTo>
                  <a:pt x="0" y="27674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774" t="0" r="-877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4460440"/>
            <a:ext cx="12688084" cy="5533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6"/>
              </a:lnSpc>
            </a:pPr>
            <a:r>
              <a:rPr lang="en-US" sz="12177" spc="-194">
                <a:solidFill>
                  <a:srgbClr val="27DDDF"/>
                </a:solidFill>
                <a:latin typeface="One Little Font Full"/>
                <a:ea typeface="One Little Font Full"/>
                <a:cs typeface="One Little Font Full"/>
                <a:sym typeface="One Little Font Full"/>
              </a:rPr>
              <a:t>Brazil </a:t>
            </a:r>
          </a:p>
          <a:p>
            <a:pPr algn="l">
              <a:lnSpc>
                <a:spcPts val="10716"/>
              </a:lnSpc>
            </a:pPr>
            <a:r>
              <a:rPr lang="en-US" sz="12177" spc="-194">
                <a:solidFill>
                  <a:srgbClr val="27DDDF"/>
                </a:solidFill>
                <a:latin typeface="One Little Font Full"/>
                <a:ea typeface="One Little Font Full"/>
                <a:cs typeface="One Little Font Full"/>
                <a:sym typeface="One Little Font Full"/>
              </a:rPr>
              <a:t>E-commerce </a:t>
            </a:r>
          </a:p>
          <a:p>
            <a:pPr algn="l">
              <a:lnSpc>
                <a:spcPts val="10716"/>
              </a:lnSpc>
            </a:pPr>
            <a:r>
              <a:rPr lang="en-US" sz="12177" spc="-194">
                <a:solidFill>
                  <a:srgbClr val="27DDDF"/>
                </a:solidFill>
                <a:latin typeface="One Little Font Full"/>
                <a:ea typeface="One Little Font Full"/>
                <a:cs typeface="One Little Font Full"/>
                <a:sym typeface="One Little Font Full"/>
              </a:rPr>
              <a:t>Dataset </a:t>
            </a:r>
          </a:p>
          <a:p>
            <a:pPr algn="l">
              <a:lnSpc>
                <a:spcPts val="10716"/>
              </a:lnSpc>
            </a:pPr>
            <a:r>
              <a:rPr lang="en-US" sz="12177" spc="-194">
                <a:solidFill>
                  <a:srgbClr val="27DDDF"/>
                </a:solidFill>
                <a:latin typeface="One Little Font Full"/>
                <a:ea typeface="One Little Font Full"/>
                <a:cs typeface="One Little Font Full"/>
                <a:sym typeface="One Little Font Full"/>
              </a:rPr>
              <a:t>Year(2017-2018)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77771" y="1093653"/>
            <a:ext cx="7481529" cy="248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8"/>
              </a:lnSpc>
            </a:pPr>
            <a:r>
              <a:rPr lang="en-US" sz="7180" spc="-114">
                <a:solidFill>
                  <a:srgbClr val="27DDDF"/>
                </a:solidFill>
                <a:latin typeface="Luckiest Guy"/>
                <a:ea typeface="Luckiest Guy"/>
                <a:cs typeface="Luckiest Guy"/>
                <a:sym typeface="Luckiest Guy"/>
              </a:rPr>
              <a:t>Using (SQL+Python)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17011" y="1804290"/>
            <a:ext cx="10917553" cy="649719"/>
          </a:xfrm>
          <a:custGeom>
            <a:avLst/>
            <a:gdLst/>
            <a:ahLst/>
            <a:cxnLst/>
            <a:rect r="r" b="b" t="t" l="l"/>
            <a:pathLst>
              <a:path h="649719" w="10917553">
                <a:moveTo>
                  <a:pt x="0" y="0"/>
                </a:moveTo>
                <a:lnTo>
                  <a:pt x="10917553" y="0"/>
                </a:lnTo>
                <a:lnTo>
                  <a:pt x="10917553" y="649719"/>
                </a:lnTo>
                <a:lnTo>
                  <a:pt x="0" y="649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79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7011" y="4175046"/>
            <a:ext cx="10119908" cy="2556608"/>
          </a:xfrm>
          <a:custGeom>
            <a:avLst/>
            <a:gdLst/>
            <a:ahLst/>
            <a:cxnLst/>
            <a:rect r="r" b="b" t="t" l="l"/>
            <a:pathLst>
              <a:path h="2556608" w="10119908">
                <a:moveTo>
                  <a:pt x="0" y="0"/>
                </a:moveTo>
                <a:lnTo>
                  <a:pt x="10119908" y="0"/>
                </a:lnTo>
                <a:lnTo>
                  <a:pt x="10119908" y="2556608"/>
                </a:lnTo>
                <a:lnTo>
                  <a:pt x="0" y="2556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398946" y="3202004"/>
            <a:ext cx="4768627" cy="4944313"/>
          </a:xfrm>
          <a:custGeom>
            <a:avLst/>
            <a:gdLst/>
            <a:ahLst/>
            <a:cxnLst/>
            <a:rect r="r" b="b" t="t" l="l"/>
            <a:pathLst>
              <a:path h="4944313" w="4768627">
                <a:moveTo>
                  <a:pt x="0" y="0"/>
                </a:moveTo>
                <a:lnTo>
                  <a:pt x="4768627" y="0"/>
                </a:lnTo>
                <a:lnTo>
                  <a:pt x="4768627" y="4944313"/>
                </a:lnTo>
                <a:lnTo>
                  <a:pt x="0" y="4944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07493" y="852482"/>
            <a:ext cx="10765210" cy="890103"/>
          </a:xfrm>
          <a:custGeom>
            <a:avLst/>
            <a:gdLst/>
            <a:ahLst/>
            <a:cxnLst/>
            <a:rect r="r" b="b" t="t" l="l"/>
            <a:pathLst>
              <a:path h="890103" w="10765210">
                <a:moveTo>
                  <a:pt x="0" y="0"/>
                </a:moveTo>
                <a:lnTo>
                  <a:pt x="10765210" y="0"/>
                </a:lnTo>
                <a:lnTo>
                  <a:pt x="10765210" y="890104"/>
                </a:lnTo>
                <a:lnTo>
                  <a:pt x="0" y="890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9469" y="2983076"/>
            <a:ext cx="11301259" cy="1490887"/>
          </a:xfrm>
          <a:custGeom>
            <a:avLst/>
            <a:gdLst/>
            <a:ahLst/>
            <a:cxnLst/>
            <a:rect r="r" b="b" t="t" l="l"/>
            <a:pathLst>
              <a:path h="1490887" w="11301259">
                <a:moveTo>
                  <a:pt x="0" y="0"/>
                </a:moveTo>
                <a:lnTo>
                  <a:pt x="11301259" y="0"/>
                </a:lnTo>
                <a:lnTo>
                  <a:pt x="11301259" y="1490886"/>
                </a:lnTo>
                <a:lnTo>
                  <a:pt x="0" y="1490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38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7493" y="6211044"/>
            <a:ext cx="10328394" cy="1335230"/>
          </a:xfrm>
          <a:custGeom>
            <a:avLst/>
            <a:gdLst/>
            <a:ahLst/>
            <a:cxnLst/>
            <a:rect r="r" b="b" t="t" l="l"/>
            <a:pathLst>
              <a:path h="1335230" w="10328394">
                <a:moveTo>
                  <a:pt x="0" y="0"/>
                </a:moveTo>
                <a:lnTo>
                  <a:pt x="10328394" y="0"/>
                </a:lnTo>
                <a:lnTo>
                  <a:pt x="10328394" y="1335230"/>
                </a:lnTo>
                <a:lnTo>
                  <a:pt x="0" y="13352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08312" y="582710"/>
            <a:ext cx="10550440" cy="1429648"/>
          </a:xfrm>
          <a:custGeom>
            <a:avLst/>
            <a:gdLst/>
            <a:ahLst/>
            <a:cxnLst/>
            <a:rect r="r" b="b" t="t" l="l"/>
            <a:pathLst>
              <a:path h="1429648" w="10550440">
                <a:moveTo>
                  <a:pt x="0" y="0"/>
                </a:moveTo>
                <a:lnTo>
                  <a:pt x="10550439" y="0"/>
                </a:lnTo>
                <a:lnTo>
                  <a:pt x="10550439" y="1429648"/>
                </a:lnTo>
                <a:lnTo>
                  <a:pt x="0" y="1429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8155" y="3076317"/>
            <a:ext cx="11301259" cy="2782935"/>
          </a:xfrm>
          <a:custGeom>
            <a:avLst/>
            <a:gdLst/>
            <a:ahLst/>
            <a:cxnLst/>
            <a:rect r="r" b="b" t="t" l="l"/>
            <a:pathLst>
              <a:path h="2782935" w="11301259">
                <a:moveTo>
                  <a:pt x="0" y="0"/>
                </a:moveTo>
                <a:lnTo>
                  <a:pt x="11301259" y="0"/>
                </a:lnTo>
                <a:lnTo>
                  <a:pt x="11301259" y="2782935"/>
                </a:lnTo>
                <a:lnTo>
                  <a:pt x="0" y="2782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080761" y="582710"/>
            <a:ext cx="5363700" cy="5606344"/>
          </a:xfrm>
          <a:custGeom>
            <a:avLst/>
            <a:gdLst/>
            <a:ahLst/>
            <a:cxnLst/>
            <a:rect r="r" b="b" t="t" l="l"/>
            <a:pathLst>
              <a:path h="5606344" w="5363700">
                <a:moveTo>
                  <a:pt x="0" y="0"/>
                </a:moveTo>
                <a:lnTo>
                  <a:pt x="5363700" y="0"/>
                </a:lnTo>
                <a:lnTo>
                  <a:pt x="5363700" y="5606344"/>
                </a:lnTo>
                <a:lnTo>
                  <a:pt x="0" y="56063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35732" y="6492137"/>
            <a:ext cx="8246590" cy="3379170"/>
          </a:xfrm>
          <a:custGeom>
            <a:avLst/>
            <a:gdLst/>
            <a:ahLst/>
            <a:cxnLst/>
            <a:rect r="r" b="b" t="t" l="l"/>
            <a:pathLst>
              <a:path h="3379170" w="8246590">
                <a:moveTo>
                  <a:pt x="0" y="0"/>
                </a:moveTo>
                <a:lnTo>
                  <a:pt x="8246590" y="0"/>
                </a:lnTo>
                <a:lnTo>
                  <a:pt x="8246590" y="3379170"/>
                </a:lnTo>
                <a:lnTo>
                  <a:pt x="0" y="33791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6601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443021" y="6357255"/>
            <a:ext cx="6420008" cy="3514052"/>
          </a:xfrm>
          <a:custGeom>
            <a:avLst/>
            <a:gdLst/>
            <a:ahLst/>
            <a:cxnLst/>
            <a:rect r="r" b="b" t="t" l="l"/>
            <a:pathLst>
              <a:path h="3514052" w="6420008">
                <a:moveTo>
                  <a:pt x="0" y="0"/>
                </a:moveTo>
                <a:lnTo>
                  <a:pt x="6420008" y="0"/>
                </a:lnTo>
                <a:lnTo>
                  <a:pt x="6420008" y="3514052"/>
                </a:lnTo>
                <a:lnTo>
                  <a:pt x="0" y="35140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5926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18812" y="746598"/>
            <a:ext cx="11301259" cy="1101873"/>
          </a:xfrm>
          <a:custGeom>
            <a:avLst/>
            <a:gdLst/>
            <a:ahLst/>
            <a:cxnLst/>
            <a:rect r="r" b="b" t="t" l="l"/>
            <a:pathLst>
              <a:path h="1101873" w="11301259">
                <a:moveTo>
                  <a:pt x="0" y="0"/>
                </a:moveTo>
                <a:lnTo>
                  <a:pt x="11301259" y="0"/>
                </a:lnTo>
                <a:lnTo>
                  <a:pt x="11301259" y="1101872"/>
                </a:lnTo>
                <a:lnTo>
                  <a:pt x="0" y="110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70460" y="7630140"/>
            <a:ext cx="7408127" cy="1628160"/>
          </a:xfrm>
          <a:custGeom>
            <a:avLst/>
            <a:gdLst/>
            <a:ahLst/>
            <a:cxnLst/>
            <a:rect r="r" b="b" t="t" l="l"/>
            <a:pathLst>
              <a:path h="1628160" w="7408127">
                <a:moveTo>
                  <a:pt x="0" y="0"/>
                </a:moveTo>
                <a:lnTo>
                  <a:pt x="7408127" y="0"/>
                </a:lnTo>
                <a:lnTo>
                  <a:pt x="7408127" y="1628160"/>
                </a:lnTo>
                <a:lnTo>
                  <a:pt x="0" y="1628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8812" y="4390085"/>
            <a:ext cx="7690590" cy="2651279"/>
          </a:xfrm>
          <a:custGeom>
            <a:avLst/>
            <a:gdLst/>
            <a:ahLst/>
            <a:cxnLst/>
            <a:rect r="r" b="b" t="t" l="l"/>
            <a:pathLst>
              <a:path h="2651279" w="7690590">
                <a:moveTo>
                  <a:pt x="0" y="0"/>
                </a:moveTo>
                <a:lnTo>
                  <a:pt x="7690590" y="0"/>
                </a:lnTo>
                <a:lnTo>
                  <a:pt x="7690590" y="2651279"/>
                </a:lnTo>
                <a:lnTo>
                  <a:pt x="0" y="2651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18812" y="3358053"/>
            <a:ext cx="17566488" cy="1032031"/>
          </a:xfrm>
          <a:custGeom>
            <a:avLst/>
            <a:gdLst/>
            <a:ahLst/>
            <a:cxnLst/>
            <a:rect r="r" b="b" t="t" l="l"/>
            <a:pathLst>
              <a:path h="1032031" w="17566488">
                <a:moveTo>
                  <a:pt x="0" y="0"/>
                </a:moveTo>
                <a:lnTo>
                  <a:pt x="17566488" y="0"/>
                </a:lnTo>
                <a:lnTo>
                  <a:pt x="17566488" y="1032032"/>
                </a:lnTo>
                <a:lnTo>
                  <a:pt x="0" y="10320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842" y="428321"/>
            <a:ext cx="11301259" cy="1200759"/>
          </a:xfrm>
          <a:custGeom>
            <a:avLst/>
            <a:gdLst/>
            <a:ahLst/>
            <a:cxnLst/>
            <a:rect r="r" b="b" t="t" l="l"/>
            <a:pathLst>
              <a:path h="1200759" w="11301259">
                <a:moveTo>
                  <a:pt x="0" y="0"/>
                </a:moveTo>
                <a:lnTo>
                  <a:pt x="11301259" y="0"/>
                </a:lnTo>
                <a:lnTo>
                  <a:pt x="11301259" y="1200758"/>
                </a:lnTo>
                <a:lnTo>
                  <a:pt x="0" y="1200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7420" y="2228122"/>
            <a:ext cx="9615413" cy="3730226"/>
          </a:xfrm>
          <a:custGeom>
            <a:avLst/>
            <a:gdLst/>
            <a:ahLst/>
            <a:cxnLst/>
            <a:rect r="r" b="b" t="t" l="l"/>
            <a:pathLst>
              <a:path h="3730226" w="9615413">
                <a:moveTo>
                  <a:pt x="0" y="0"/>
                </a:moveTo>
                <a:lnTo>
                  <a:pt x="9615413" y="0"/>
                </a:lnTo>
                <a:lnTo>
                  <a:pt x="9615413" y="3730226"/>
                </a:lnTo>
                <a:lnTo>
                  <a:pt x="0" y="3730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64077" y="3041343"/>
            <a:ext cx="7652104" cy="5834010"/>
          </a:xfrm>
          <a:custGeom>
            <a:avLst/>
            <a:gdLst/>
            <a:ahLst/>
            <a:cxnLst/>
            <a:rect r="r" b="b" t="t" l="l"/>
            <a:pathLst>
              <a:path h="5834010" w="7652104">
                <a:moveTo>
                  <a:pt x="0" y="0"/>
                </a:moveTo>
                <a:lnTo>
                  <a:pt x="7652103" y="0"/>
                </a:lnTo>
                <a:lnTo>
                  <a:pt x="7652103" y="5834010"/>
                </a:lnTo>
                <a:lnTo>
                  <a:pt x="0" y="58340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583680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1925" y="206102"/>
            <a:ext cx="11140586" cy="1901327"/>
          </a:xfrm>
          <a:custGeom>
            <a:avLst/>
            <a:gdLst/>
            <a:ahLst/>
            <a:cxnLst/>
            <a:rect r="r" b="b" t="t" l="l"/>
            <a:pathLst>
              <a:path h="1901327" w="11140586">
                <a:moveTo>
                  <a:pt x="0" y="0"/>
                </a:moveTo>
                <a:lnTo>
                  <a:pt x="11140586" y="0"/>
                </a:lnTo>
                <a:lnTo>
                  <a:pt x="11140586" y="1901327"/>
                </a:lnTo>
                <a:lnTo>
                  <a:pt x="0" y="19013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1925" y="2407811"/>
            <a:ext cx="10526097" cy="3628696"/>
          </a:xfrm>
          <a:custGeom>
            <a:avLst/>
            <a:gdLst/>
            <a:ahLst/>
            <a:cxnLst/>
            <a:rect r="r" b="b" t="t" l="l"/>
            <a:pathLst>
              <a:path h="3628696" w="10526097">
                <a:moveTo>
                  <a:pt x="0" y="0"/>
                </a:moveTo>
                <a:lnTo>
                  <a:pt x="10526097" y="0"/>
                </a:lnTo>
                <a:lnTo>
                  <a:pt x="10526097" y="3628696"/>
                </a:lnTo>
                <a:lnTo>
                  <a:pt x="0" y="3628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05126" y="6226656"/>
            <a:ext cx="4431125" cy="3798107"/>
          </a:xfrm>
          <a:custGeom>
            <a:avLst/>
            <a:gdLst/>
            <a:ahLst/>
            <a:cxnLst/>
            <a:rect r="r" b="b" t="t" l="l"/>
            <a:pathLst>
              <a:path h="3798107" w="4431125">
                <a:moveTo>
                  <a:pt x="0" y="0"/>
                </a:moveTo>
                <a:lnTo>
                  <a:pt x="4431125" y="0"/>
                </a:lnTo>
                <a:lnTo>
                  <a:pt x="4431125" y="3798108"/>
                </a:lnTo>
                <a:lnTo>
                  <a:pt x="0" y="37981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063275" y="4311411"/>
            <a:ext cx="7094794" cy="5459907"/>
          </a:xfrm>
          <a:custGeom>
            <a:avLst/>
            <a:gdLst/>
            <a:ahLst/>
            <a:cxnLst/>
            <a:rect r="r" b="b" t="t" l="l"/>
            <a:pathLst>
              <a:path h="5459907" w="7094794">
                <a:moveTo>
                  <a:pt x="0" y="0"/>
                </a:moveTo>
                <a:lnTo>
                  <a:pt x="7094795" y="0"/>
                </a:lnTo>
                <a:lnTo>
                  <a:pt x="7094795" y="5459906"/>
                </a:lnTo>
                <a:lnTo>
                  <a:pt x="0" y="5459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08005" y="577977"/>
            <a:ext cx="11301259" cy="579190"/>
          </a:xfrm>
          <a:custGeom>
            <a:avLst/>
            <a:gdLst/>
            <a:ahLst/>
            <a:cxnLst/>
            <a:rect r="r" b="b" t="t" l="l"/>
            <a:pathLst>
              <a:path h="579190" w="11301259">
                <a:moveTo>
                  <a:pt x="0" y="0"/>
                </a:moveTo>
                <a:lnTo>
                  <a:pt x="11301259" y="0"/>
                </a:lnTo>
                <a:lnTo>
                  <a:pt x="11301259" y="579190"/>
                </a:lnTo>
                <a:lnTo>
                  <a:pt x="0" y="5791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3914" y="1899527"/>
            <a:ext cx="9803776" cy="5661681"/>
          </a:xfrm>
          <a:custGeom>
            <a:avLst/>
            <a:gdLst/>
            <a:ahLst/>
            <a:cxnLst/>
            <a:rect r="r" b="b" t="t" l="l"/>
            <a:pathLst>
              <a:path h="5661681" w="9803776">
                <a:moveTo>
                  <a:pt x="0" y="0"/>
                </a:moveTo>
                <a:lnTo>
                  <a:pt x="9803776" y="0"/>
                </a:lnTo>
                <a:lnTo>
                  <a:pt x="9803776" y="5661680"/>
                </a:lnTo>
                <a:lnTo>
                  <a:pt x="0" y="5661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79026" y="230280"/>
            <a:ext cx="3146655" cy="3648492"/>
          </a:xfrm>
          <a:custGeom>
            <a:avLst/>
            <a:gdLst/>
            <a:ahLst/>
            <a:cxnLst/>
            <a:rect r="r" b="b" t="t" l="l"/>
            <a:pathLst>
              <a:path h="3648492" w="3146655">
                <a:moveTo>
                  <a:pt x="0" y="0"/>
                </a:moveTo>
                <a:lnTo>
                  <a:pt x="3146655" y="0"/>
                </a:lnTo>
                <a:lnTo>
                  <a:pt x="3146655" y="3648493"/>
                </a:lnTo>
                <a:lnTo>
                  <a:pt x="0" y="36484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076185" y="4191615"/>
            <a:ext cx="6009511" cy="5699497"/>
          </a:xfrm>
          <a:custGeom>
            <a:avLst/>
            <a:gdLst/>
            <a:ahLst/>
            <a:cxnLst/>
            <a:rect r="r" b="b" t="t" l="l"/>
            <a:pathLst>
              <a:path h="5699497" w="6009511">
                <a:moveTo>
                  <a:pt x="0" y="0"/>
                </a:moveTo>
                <a:lnTo>
                  <a:pt x="6009512" y="0"/>
                </a:lnTo>
                <a:lnTo>
                  <a:pt x="6009512" y="5699497"/>
                </a:lnTo>
                <a:lnTo>
                  <a:pt x="0" y="5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53559" y="379307"/>
            <a:ext cx="11301259" cy="918227"/>
          </a:xfrm>
          <a:custGeom>
            <a:avLst/>
            <a:gdLst/>
            <a:ahLst/>
            <a:cxnLst/>
            <a:rect r="r" b="b" t="t" l="l"/>
            <a:pathLst>
              <a:path h="918227" w="11301259">
                <a:moveTo>
                  <a:pt x="0" y="0"/>
                </a:moveTo>
                <a:lnTo>
                  <a:pt x="11301259" y="0"/>
                </a:lnTo>
                <a:lnTo>
                  <a:pt x="11301259" y="918227"/>
                </a:lnTo>
                <a:lnTo>
                  <a:pt x="0" y="918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3559" y="1872672"/>
            <a:ext cx="11301259" cy="4393364"/>
          </a:xfrm>
          <a:custGeom>
            <a:avLst/>
            <a:gdLst/>
            <a:ahLst/>
            <a:cxnLst/>
            <a:rect r="r" b="b" t="t" l="l"/>
            <a:pathLst>
              <a:path h="4393364" w="11301259">
                <a:moveTo>
                  <a:pt x="0" y="0"/>
                </a:moveTo>
                <a:lnTo>
                  <a:pt x="11301259" y="0"/>
                </a:lnTo>
                <a:lnTo>
                  <a:pt x="11301259" y="4393364"/>
                </a:lnTo>
                <a:lnTo>
                  <a:pt x="0" y="439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04188" y="6515113"/>
            <a:ext cx="5121809" cy="3067130"/>
          </a:xfrm>
          <a:custGeom>
            <a:avLst/>
            <a:gdLst/>
            <a:ahLst/>
            <a:cxnLst/>
            <a:rect r="r" b="b" t="t" l="l"/>
            <a:pathLst>
              <a:path h="3067130" w="5121809">
                <a:moveTo>
                  <a:pt x="0" y="0"/>
                </a:moveTo>
                <a:lnTo>
                  <a:pt x="5121809" y="0"/>
                </a:lnTo>
                <a:lnTo>
                  <a:pt x="5121809" y="3067130"/>
                </a:lnTo>
                <a:lnTo>
                  <a:pt x="0" y="3067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64667" y="3236856"/>
            <a:ext cx="6051461" cy="6021444"/>
          </a:xfrm>
          <a:custGeom>
            <a:avLst/>
            <a:gdLst/>
            <a:ahLst/>
            <a:cxnLst/>
            <a:rect r="r" b="b" t="t" l="l"/>
            <a:pathLst>
              <a:path h="6021444" w="6051461">
                <a:moveTo>
                  <a:pt x="0" y="0"/>
                </a:moveTo>
                <a:lnTo>
                  <a:pt x="6051462" y="0"/>
                </a:lnTo>
                <a:lnTo>
                  <a:pt x="6051462" y="6021444"/>
                </a:lnTo>
                <a:lnTo>
                  <a:pt x="0" y="60214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33" t="0" r="-2333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218639" y="625060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18812" y="604903"/>
            <a:ext cx="11301259" cy="847594"/>
          </a:xfrm>
          <a:custGeom>
            <a:avLst/>
            <a:gdLst/>
            <a:ahLst/>
            <a:cxnLst/>
            <a:rect r="r" b="b" t="t" l="l"/>
            <a:pathLst>
              <a:path h="847594" w="11301259">
                <a:moveTo>
                  <a:pt x="0" y="0"/>
                </a:moveTo>
                <a:lnTo>
                  <a:pt x="11301259" y="0"/>
                </a:lnTo>
                <a:lnTo>
                  <a:pt x="11301259" y="847594"/>
                </a:lnTo>
                <a:lnTo>
                  <a:pt x="0" y="847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8812" y="2134816"/>
            <a:ext cx="17377219" cy="4170533"/>
          </a:xfrm>
          <a:custGeom>
            <a:avLst/>
            <a:gdLst/>
            <a:ahLst/>
            <a:cxnLst/>
            <a:rect r="r" b="b" t="t" l="l"/>
            <a:pathLst>
              <a:path h="4170533" w="17377219">
                <a:moveTo>
                  <a:pt x="0" y="0"/>
                </a:moveTo>
                <a:lnTo>
                  <a:pt x="17377219" y="0"/>
                </a:lnTo>
                <a:lnTo>
                  <a:pt x="17377219" y="4170533"/>
                </a:lnTo>
                <a:lnTo>
                  <a:pt x="0" y="41705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7475816"/>
            <a:ext cx="18288000" cy="640080"/>
          </a:xfrm>
          <a:custGeom>
            <a:avLst/>
            <a:gdLst/>
            <a:ahLst/>
            <a:cxnLst/>
            <a:rect r="r" b="b" t="t" l="l"/>
            <a:pathLst>
              <a:path h="640080" w="18288000">
                <a:moveTo>
                  <a:pt x="0" y="0"/>
                </a:moveTo>
                <a:lnTo>
                  <a:pt x="18288000" y="0"/>
                </a:lnTo>
                <a:lnTo>
                  <a:pt x="18288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36185" y="375808"/>
            <a:ext cx="11301259" cy="776962"/>
          </a:xfrm>
          <a:custGeom>
            <a:avLst/>
            <a:gdLst/>
            <a:ahLst/>
            <a:cxnLst/>
            <a:rect r="r" b="b" t="t" l="l"/>
            <a:pathLst>
              <a:path h="776962" w="11301259">
                <a:moveTo>
                  <a:pt x="0" y="0"/>
                </a:moveTo>
                <a:lnTo>
                  <a:pt x="11301259" y="0"/>
                </a:lnTo>
                <a:lnTo>
                  <a:pt x="11301259" y="776962"/>
                </a:lnTo>
                <a:lnTo>
                  <a:pt x="0" y="776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6185" y="1490721"/>
            <a:ext cx="8989064" cy="4134969"/>
          </a:xfrm>
          <a:custGeom>
            <a:avLst/>
            <a:gdLst/>
            <a:ahLst/>
            <a:cxnLst/>
            <a:rect r="r" b="b" t="t" l="l"/>
            <a:pathLst>
              <a:path h="4134969" w="8989064">
                <a:moveTo>
                  <a:pt x="0" y="0"/>
                </a:moveTo>
                <a:lnTo>
                  <a:pt x="8989064" y="0"/>
                </a:lnTo>
                <a:lnTo>
                  <a:pt x="8989064" y="4134969"/>
                </a:lnTo>
                <a:lnTo>
                  <a:pt x="0" y="4134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87998" y="1297534"/>
            <a:ext cx="8490127" cy="5487007"/>
          </a:xfrm>
          <a:custGeom>
            <a:avLst/>
            <a:gdLst/>
            <a:ahLst/>
            <a:cxnLst/>
            <a:rect r="r" b="b" t="t" l="l"/>
            <a:pathLst>
              <a:path h="5487007" w="8490127">
                <a:moveTo>
                  <a:pt x="0" y="0"/>
                </a:moveTo>
                <a:lnTo>
                  <a:pt x="8490126" y="0"/>
                </a:lnTo>
                <a:lnTo>
                  <a:pt x="8490126" y="5487008"/>
                </a:lnTo>
                <a:lnTo>
                  <a:pt x="0" y="54870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600090" y="6553822"/>
            <a:ext cx="5790471" cy="3733178"/>
          </a:xfrm>
          <a:custGeom>
            <a:avLst/>
            <a:gdLst/>
            <a:ahLst/>
            <a:cxnLst/>
            <a:rect r="r" b="b" t="t" l="l"/>
            <a:pathLst>
              <a:path h="3733178" w="5790471">
                <a:moveTo>
                  <a:pt x="0" y="0"/>
                </a:moveTo>
                <a:lnTo>
                  <a:pt x="5790471" y="0"/>
                </a:lnTo>
                <a:lnTo>
                  <a:pt x="5790471" y="3733178"/>
                </a:lnTo>
                <a:lnTo>
                  <a:pt x="0" y="37331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77499" y="527636"/>
            <a:ext cx="11301259" cy="1539797"/>
          </a:xfrm>
          <a:custGeom>
            <a:avLst/>
            <a:gdLst/>
            <a:ahLst/>
            <a:cxnLst/>
            <a:rect r="r" b="b" t="t" l="l"/>
            <a:pathLst>
              <a:path h="1539797" w="11301259">
                <a:moveTo>
                  <a:pt x="0" y="0"/>
                </a:moveTo>
                <a:lnTo>
                  <a:pt x="11301259" y="0"/>
                </a:lnTo>
                <a:lnTo>
                  <a:pt x="11301259" y="1539796"/>
                </a:lnTo>
                <a:lnTo>
                  <a:pt x="0" y="1539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9825" y="2217874"/>
            <a:ext cx="13185504" cy="4054543"/>
          </a:xfrm>
          <a:custGeom>
            <a:avLst/>
            <a:gdLst/>
            <a:ahLst/>
            <a:cxnLst/>
            <a:rect r="r" b="b" t="t" l="l"/>
            <a:pathLst>
              <a:path h="4054543" w="13185504">
                <a:moveTo>
                  <a:pt x="0" y="0"/>
                </a:moveTo>
                <a:lnTo>
                  <a:pt x="13185504" y="0"/>
                </a:lnTo>
                <a:lnTo>
                  <a:pt x="13185504" y="4054542"/>
                </a:lnTo>
                <a:lnTo>
                  <a:pt x="0" y="4054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98286" y="6422857"/>
            <a:ext cx="11199231" cy="3514342"/>
          </a:xfrm>
          <a:custGeom>
            <a:avLst/>
            <a:gdLst/>
            <a:ahLst/>
            <a:cxnLst/>
            <a:rect r="r" b="b" t="t" l="l"/>
            <a:pathLst>
              <a:path h="3514342" w="11199231">
                <a:moveTo>
                  <a:pt x="0" y="0"/>
                </a:moveTo>
                <a:lnTo>
                  <a:pt x="11199232" y="0"/>
                </a:lnTo>
                <a:lnTo>
                  <a:pt x="11199232" y="3514343"/>
                </a:lnTo>
                <a:lnTo>
                  <a:pt x="0" y="3514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6991415" y="197405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91589" y="438311"/>
            <a:ext cx="11301259" cy="734582"/>
          </a:xfrm>
          <a:custGeom>
            <a:avLst/>
            <a:gdLst/>
            <a:ahLst/>
            <a:cxnLst/>
            <a:rect r="r" b="b" t="t" l="l"/>
            <a:pathLst>
              <a:path h="734582" w="11301259">
                <a:moveTo>
                  <a:pt x="0" y="0"/>
                </a:moveTo>
                <a:lnTo>
                  <a:pt x="11301259" y="0"/>
                </a:lnTo>
                <a:lnTo>
                  <a:pt x="11301259" y="734582"/>
                </a:lnTo>
                <a:lnTo>
                  <a:pt x="0" y="73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1589" y="1754860"/>
            <a:ext cx="11301259" cy="5000807"/>
          </a:xfrm>
          <a:custGeom>
            <a:avLst/>
            <a:gdLst/>
            <a:ahLst/>
            <a:cxnLst/>
            <a:rect r="r" b="b" t="t" l="l"/>
            <a:pathLst>
              <a:path h="5000807" w="11301259">
                <a:moveTo>
                  <a:pt x="0" y="0"/>
                </a:moveTo>
                <a:lnTo>
                  <a:pt x="11301259" y="0"/>
                </a:lnTo>
                <a:lnTo>
                  <a:pt x="11301259" y="5000807"/>
                </a:lnTo>
                <a:lnTo>
                  <a:pt x="0" y="5000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79026" y="128113"/>
            <a:ext cx="4386792" cy="10158887"/>
          </a:xfrm>
          <a:custGeom>
            <a:avLst/>
            <a:gdLst/>
            <a:ahLst/>
            <a:cxnLst/>
            <a:rect r="r" b="b" t="t" l="l"/>
            <a:pathLst>
              <a:path h="10158887" w="4386792">
                <a:moveTo>
                  <a:pt x="0" y="0"/>
                </a:moveTo>
                <a:lnTo>
                  <a:pt x="4386792" y="0"/>
                </a:lnTo>
                <a:lnTo>
                  <a:pt x="4386792" y="10158887"/>
                </a:lnTo>
                <a:lnTo>
                  <a:pt x="0" y="10158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63110" y="353568"/>
            <a:ext cx="11247409" cy="675132"/>
          </a:xfrm>
          <a:custGeom>
            <a:avLst/>
            <a:gdLst/>
            <a:ahLst/>
            <a:cxnLst/>
            <a:rect r="r" b="b" t="t" l="l"/>
            <a:pathLst>
              <a:path h="675132" w="11247409">
                <a:moveTo>
                  <a:pt x="0" y="0"/>
                </a:moveTo>
                <a:lnTo>
                  <a:pt x="11247409" y="0"/>
                </a:lnTo>
                <a:lnTo>
                  <a:pt x="11247409" y="675132"/>
                </a:lnTo>
                <a:lnTo>
                  <a:pt x="0" y="675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3110" y="1157981"/>
            <a:ext cx="17423401" cy="5401254"/>
          </a:xfrm>
          <a:custGeom>
            <a:avLst/>
            <a:gdLst/>
            <a:ahLst/>
            <a:cxnLst/>
            <a:rect r="r" b="b" t="t" l="l"/>
            <a:pathLst>
              <a:path h="5401254" w="17423401">
                <a:moveTo>
                  <a:pt x="0" y="0"/>
                </a:moveTo>
                <a:lnTo>
                  <a:pt x="17423401" y="0"/>
                </a:lnTo>
                <a:lnTo>
                  <a:pt x="17423401" y="5401254"/>
                </a:lnTo>
                <a:lnTo>
                  <a:pt x="0" y="5401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48479" y="6692585"/>
            <a:ext cx="4588264" cy="3336919"/>
          </a:xfrm>
          <a:custGeom>
            <a:avLst/>
            <a:gdLst/>
            <a:ahLst/>
            <a:cxnLst/>
            <a:rect r="r" b="b" t="t" l="l"/>
            <a:pathLst>
              <a:path h="3336919" w="4588264">
                <a:moveTo>
                  <a:pt x="0" y="0"/>
                </a:moveTo>
                <a:lnTo>
                  <a:pt x="4588264" y="0"/>
                </a:lnTo>
                <a:lnTo>
                  <a:pt x="4588264" y="3336919"/>
                </a:lnTo>
                <a:lnTo>
                  <a:pt x="0" y="3336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53559" y="343561"/>
            <a:ext cx="11301259" cy="1370278"/>
          </a:xfrm>
          <a:custGeom>
            <a:avLst/>
            <a:gdLst/>
            <a:ahLst/>
            <a:cxnLst/>
            <a:rect r="r" b="b" t="t" l="l"/>
            <a:pathLst>
              <a:path h="1370278" w="11301259">
                <a:moveTo>
                  <a:pt x="0" y="0"/>
                </a:moveTo>
                <a:lnTo>
                  <a:pt x="11301259" y="0"/>
                </a:lnTo>
                <a:lnTo>
                  <a:pt x="11301259" y="1370278"/>
                </a:lnTo>
                <a:lnTo>
                  <a:pt x="0" y="1370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3559" y="1996910"/>
            <a:ext cx="14181814" cy="6293180"/>
          </a:xfrm>
          <a:custGeom>
            <a:avLst/>
            <a:gdLst/>
            <a:ahLst/>
            <a:cxnLst/>
            <a:rect r="r" b="b" t="t" l="l"/>
            <a:pathLst>
              <a:path h="6293180" w="14181814">
                <a:moveTo>
                  <a:pt x="0" y="0"/>
                </a:moveTo>
                <a:lnTo>
                  <a:pt x="14181813" y="0"/>
                </a:lnTo>
                <a:lnTo>
                  <a:pt x="14181813" y="6293180"/>
                </a:lnTo>
                <a:lnTo>
                  <a:pt x="0" y="6293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79026" y="7952768"/>
            <a:ext cx="4447598" cy="1992153"/>
          </a:xfrm>
          <a:custGeom>
            <a:avLst/>
            <a:gdLst/>
            <a:ahLst/>
            <a:cxnLst/>
            <a:rect r="r" b="b" t="t" l="l"/>
            <a:pathLst>
              <a:path h="1992153" w="4447598">
                <a:moveTo>
                  <a:pt x="0" y="0"/>
                </a:moveTo>
                <a:lnTo>
                  <a:pt x="4447598" y="0"/>
                </a:lnTo>
                <a:lnTo>
                  <a:pt x="4447598" y="1992153"/>
                </a:lnTo>
                <a:lnTo>
                  <a:pt x="0" y="19921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94872" y="350624"/>
            <a:ext cx="11301259" cy="678076"/>
          </a:xfrm>
          <a:custGeom>
            <a:avLst/>
            <a:gdLst/>
            <a:ahLst/>
            <a:cxnLst/>
            <a:rect r="r" b="b" t="t" l="l"/>
            <a:pathLst>
              <a:path h="678076" w="11301259">
                <a:moveTo>
                  <a:pt x="0" y="0"/>
                </a:moveTo>
                <a:lnTo>
                  <a:pt x="11301259" y="0"/>
                </a:lnTo>
                <a:lnTo>
                  <a:pt x="11301259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4921" y="1432590"/>
            <a:ext cx="9560410" cy="5608774"/>
          </a:xfrm>
          <a:custGeom>
            <a:avLst/>
            <a:gdLst/>
            <a:ahLst/>
            <a:cxnLst/>
            <a:rect r="r" b="b" t="t" l="l"/>
            <a:pathLst>
              <a:path h="5608774" w="9560410">
                <a:moveTo>
                  <a:pt x="0" y="0"/>
                </a:moveTo>
                <a:lnTo>
                  <a:pt x="9560410" y="0"/>
                </a:lnTo>
                <a:lnTo>
                  <a:pt x="9560410" y="5608774"/>
                </a:lnTo>
                <a:lnTo>
                  <a:pt x="0" y="56087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633518" y="6494486"/>
            <a:ext cx="5351813" cy="3764996"/>
          </a:xfrm>
          <a:custGeom>
            <a:avLst/>
            <a:gdLst/>
            <a:ahLst/>
            <a:cxnLst/>
            <a:rect r="r" b="b" t="t" l="l"/>
            <a:pathLst>
              <a:path h="3764996" w="5351813">
                <a:moveTo>
                  <a:pt x="0" y="0"/>
                </a:moveTo>
                <a:lnTo>
                  <a:pt x="5351813" y="0"/>
                </a:lnTo>
                <a:lnTo>
                  <a:pt x="5351813" y="3764996"/>
                </a:lnTo>
                <a:lnTo>
                  <a:pt x="0" y="37649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41467" y="1563213"/>
            <a:ext cx="6862173" cy="4468152"/>
          </a:xfrm>
          <a:custGeom>
            <a:avLst/>
            <a:gdLst/>
            <a:ahLst/>
            <a:cxnLst/>
            <a:rect r="r" b="b" t="t" l="l"/>
            <a:pathLst>
              <a:path h="4468152" w="6862173">
                <a:moveTo>
                  <a:pt x="0" y="0"/>
                </a:moveTo>
                <a:lnTo>
                  <a:pt x="6862173" y="0"/>
                </a:lnTo>
                <a:lnTo>
                  <a:pt x="6862173" y="4468151"/>
                </a:lnTo>
                <a:lnTo>
                  <a:pt x="0" y="44681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451791" y="5886768"/>
            <a:ext cx="5807509" cy="3759042"/>
          </a:xfrm>
          <a:custGeom>
            <a:avLst/>
            <a:gdLst/>
            <a:ahLst/>
            <a:cxnLst/>
            <a:rect r="r" b="b" t="t" l="l"/>
            <a:pathLst>
              <a:path h="3759042" w="5807509">
                <a:moveTo>
                  <a:pt x="0" y="0"/>
                </a:moveTo>
                <a:lnTo>
                  <a:pt x="5807509" y="0"/>
                </a:lnTo>
                <a:lnTo>
                  <a:pt x="5807509" y="3759042"/>
                </a:lnTo>
                <a:lnTo>
                  <a:pt x="0" y="37590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74770">
            <a:off x="-1112214" y="4887526"/>
            <a:ext cx="20251759" cy="18180272"/>
            <a:chOff x="0" y="0"/>
            <a:chExt cx="5333797" cy="4788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33797" cy="4788220"/>
            </a:xfrm>
            <a:custGeom>
              <a:avLst/>
              <a:gdLst/>
              <a:ahLst/>
              <a:cxnLst/>
              <a:rect r="r" b="b" t="t" l="l"/>
              <a:pathLst>
                <a:path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80871" y="4001801"/>
            <a:ext cx="14126257" cy="222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b="true" sz="14279" spc="-59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DAG2HlVEjY0</dc:identifier>
  <dcterms:modified xsi:type="dcterms:W3CDTF">2011-08-01T06:04:30Z</dcterms:modified>
  <cp:revision>1</cp:revision>
  <dc:title>Brazi</dc:title>
</cp:coreProperties>
</file>